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0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2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BRIEFING ENGINE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6537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Evidence-grounded medical briefings—that show their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6537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team asks about a medical condition—current standard of care, treatments coming down the pipeline, who's building them. Generic AI tools answer fluently and occasionally invent a clinical trial number that doesn't exist. This system is built so that cannot happen.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52360" y="105156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23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26680" y="1216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first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156362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is pulled from ClinicalTrials.gov, PubMed, NIH and FDA registries before any AI writes a word.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52360" y="269748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23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26680" y="2862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not claimed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320954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 links back to the exact source document it came from—one click to verify.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52360" y="434340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2233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26680" y="4507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by machine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48554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confirm every citation, trial number, and drug name is real before a briefing ships.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Briefing Engine  ·  Overview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stakeholder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answer, never blurred together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briefing separates documented fact from strategic interpretation—visually and structurally—so a reader always knows which is which.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527048"/>
            <a:ext cx="6181344" cy="2862072"/>
          </a:xfrm>
          <a:prstGeom prst="roundRect">
            <a:avLst>
              <a:gd name="adj" fmla="val 1917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270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035040" cy="2715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480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— multiple myeloma briefing, generated by the system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95160" y="1600200"/>
            <a:ext cx="4663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95160" y="1600200"/>
            <a:ext cx="82296" cy="1371600"/>
          </a:xfrm>
          <a:prstGeom prst="rect">
            <a:avLst/>
          </a:prstGeom>
          <a:solidFill>
            <a:srgbClr val="2C4B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26948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C4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057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carries a citation—linked straight to the trial registry, journal article, or FDA label it came from.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95160" y="3154680"/>
            <a:ext cx="46634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95160" y="3154680"/>
            <a:ext cx="82296" cy="1371600"/>
          </a:xfrm>
          <a:prstGeom prst="rect">
            <a:avLst/>
          </a:prstGeom>
          <a:solidFill>
            <a:srgbClr val="6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26948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269480" y="3611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labeled strategic interpretation—useful for framing a decision, and never presented as if it were a sourced fact.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95160" y="4709160"/>
            <a:ext cx="4663440" cy="1234440"/>
          </a:xfrm>
          <a:prstGeom prst="roundRect">
            <a:avLst>
              <a:gd name="adj" fmla="val 5185"/>
            </a:avLst>
          </a:prstGeom>
          <a:solidFill>
            <a:srgbClr val="E9F4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269480" y="4846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automatically before publish: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51389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traced to a real source · every trial ID verified to exist · every drug and company name confirmed in the underlying evidence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Briefing Engine  ·  How it works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stakeholder review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defensible, not just fast—and built to scale to any condition.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C4B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04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directly from ClinicalTrials.gov, PubMed, NIH, and FDA—the same registries clinicians use.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search, no guessing: only what these official sources actually say.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6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6344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404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scoring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260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evidence by credibility and recency, tuned per condition—fast-moving oncology vs. stable chronic disease.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briefing constrained to only quote what the sources contain.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  <a:effectLst>
            <a:outerShdw blurRad="101600" dist="25400" dir="5400000" algn="bl" rotWithShape="0">
              <a:srgbClr val="1B2A4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0" y="1965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C7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03920" y="1965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40487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&amp; proof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9260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clickable briefing view shown on this deck is live today.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plus clinician spot-checks validate quality before wider rollout.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7368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68680" y="5166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diagnostic tool.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5166360"/>
            <a:ext cx="8168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informs strategy and planning conversations. It is not clinical decision support, not a medical device, and it never touches patient data.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Briefing Engine  ·  Status &amp; guardrails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162495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stakeholder review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Macintosh PowerPoint</Application>
  <PresentationFormat>Widescreen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Muthu Chandrasekaran</cp:lastModifiedBy>
  <cp:revision>2</cp:revision>
  <dcterms:created xsi:type="dcterms:W3CDTF">2026-09-19T23:41:47Z</dcterms:created>
  <dcterms:modified xsi:type="dcterms:W3CDTF">2026-09-19T23:44:42Z</dcterms:modified>
</cp:coreProperties>
</file>